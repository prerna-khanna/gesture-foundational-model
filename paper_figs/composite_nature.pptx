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5943600" cy="2103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16"/>
  </p:normalViewPr>
  <p:slideViewPr>
    <p:cSldViewPr snapToGrid="0">
      <p:cViewPr varScale="1">
        <p:scale>
          <a:sx n="238" d="100"/>
          <a:sy n="238" d="100"/>
        </p:scale>
        <p:origin x="184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344243"/>
            <a:ext cx="4457700" cy="732308"/>
          </a:xfrm>
        </p:spPr>
        <p:txBody>
          <a:bodyPr anchor="b"/>
          <a:lstStyle>
            <a:lvl1pPr algn="ctr">
              <a:defRPr sz="1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1104792"/>
            <a:ext cx="4457700" cy="507844"/>
          </a:xfrm>
        </p:spPr>
        <p:txBody>
          <a:bodyPr/>
          <a:lstStyle>
            <a:lvl1pPr marL="0" indent="0" algn="ctr">
              <a:buNone/>
              <a:defRPr sz="736"/>
            </a:lvl1pPr>
            <a:lvl2pPr marL="140223" indent="0" algn="ctr">
              <a:buNone/>
              <a:defRPr sz="613"/>
            </a:lvl2pPr>
            <a:lvl3pPr marL="280446" indent="0" algn="ctr">
              <a:buNone/>
              <a:defRPr sz="552"/>
            </a:lvl3pPr>
            <a:lvl4pPr marL="420670" indent="0" algn="ctr">
              <a:buNone/>
              <a:defRPr sz="491"/>
            </a:lvl4pPr>
            <a:lvl5pPr marL="560893" indent="0" algn="ctr">
              <a:buNone/>
              <a:defRPr sz="491"/>
            </a:lvl5pPr>
            <a:lvl6pPr marL="701116" indent="0" algn="ctr">
              <a:buNone/>
              <a:defRPr sz="491"/>
            </a:lvl6pPr>
            <a:lvl7pPr marL="841339" indent="0" algn="ctr">
              <a:buNone/>
              <a:defRPr sz="491"/>
            </a:lvl7pPr>
            <a:lvl8pPr marL="981563" indent="0" algn="ctr">
              <a:buNone/>
              <a:defRPr sz="491"/>
            </a:lvl8pPr>
            <a:lvl9pPr marL="1121786" indent="0" algn="ctr">
              <a:buNone/>
              <a:defRPr sz="49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07938-397A-B54D-BF63-26629D0F8BA0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B6F86-E0A3-CD43-A071-BB32C544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8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07938-397A-B54D-BF63-26629D0F8BA0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B6F86-E0A3-CD43-A071-BB32C544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5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524399"/>
            <a:ext cx="5126355" cy="874972"/>
          </a:xfrm>
        </p:spPr>
        <p:txBody>
          <a:bodyPr anchor="b"/>
          <a:lstStyle>
            <a:lvl1pPr>
              <a:defRPr sz="1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1407648"/>
            <a:ext cx="5126355" cy="460127"/>
          </a:xfrm>
        </p:spPr>
        <p:txBody>
          <a:bodyPr/>
          <a:lstStyle>
            <a:lvl1pPr marL="0" indent="0">
              <a:buNone/>
              <a:defRPr sz="736">
                <a:solidFill>
                  <a:schemeClr val="tx1">
                    <a:tint val="82000"/>
                  </a:schemeClr>
                </a:solidFill>
              </a:defRPr>
            </a:lvl1pPr>
            <a:lvl2pPr marL="140223" indent="0">
              <a:buNone/>
              <a:defRPr sz="613">
                <a:solidFill>
                  <a:schemeClr val="tx1">
                    <a:tint val="82000"/>
                  </a:schemeClr>
                </a:solidFill>
              </a:defRPr>
            </a:lvl2pPr>
            <a:lvl3pPr marL="280446" indent="0">
              <a:buNone/>
              <a:defRPr sz="552">
                <a:solidFill>
                  <a:schemeClr val="tx1">
                    <a:tint val="82000"/>
                  </a:schemeClr>
                </a:solidFill>
              </a:defRPr>
            </a:lvl3pPr>
            <a:lvl4pPr marL="420670" indent="0">
              <a:buNone/>
              <a:defRPr sz="491">
                <a:solidFill>
                  <a:schemeClr val="tx1">
                    <a:tint val="82000"/>
                  </a:schemeClr>
                </a:solidFill>
              </a:defRPr>
            </a:lvl4pPr>
            <a:lvl5pPr marL="560893" indent="0">
              <a:buNone/>
              <a:defRPr sz="491">
                <a:solidFill>
                  <a:schemeClr val="tx1">
                    <a:tint val="82000"/>
                  </a:schemeClr>
                </a:solidFill>
              </a:defRPr>
            </a:lvl5pPr>
            <a:lvl6pPr marL="701116" indent="0">
              <a:buNone/>
              <a:defRPr sz="491">
                <a:solidFill>
                  <a:schemeClr val="tx1">
                    <a:tint val="82000"/>
                  </a:schemeClr>
                </a:solidFill>
              </a:defRPr>
            </a:lvl6pPr>
            <a:lvl7pPr marL="841339" indent="0">
              <a:buNone/>
              <a:defRPr sz="491">
                <a:solidFill>
                  <a:schemeClr val="tx1">
                    <a:tint val="82000"/>
                  </a:schemeClr>
                </a:solidFill>
              </a:defRPr>
            </a:lvl7pPr>
            <a:lvl8pPr marL="981563" indent="0">
              <a:buNone/>
              <a:defRPr sz="491">
                <a:solidFill>
                  <a:schemeClr val="tx1">
                    <a:tint val="82000"/>
                  </a:schemeClr>
                </a:solidFill>
              </a:defRPr>
            </a:lvl8pPr>
            <a:lvl9pPr marL="1121786" indent="0">
              <a:buNone/>
              <a:defRPr sz="49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07938-397A-B54D-BF63-26629D0F8BA0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B6F86-E0A3-CD43-A071-BB32C544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15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559943"/>
            <a:ext cx="2526030" cy="133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559943"/>
            <a:ext cx="2526030" cy="133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07938-397A-B54D-BF63-26629D0F8BA0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B6F86-E0A3-CD43-A071-BB32C544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1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11989"/>
            <a:ext cx="5126355" cy="4065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515634"/>
            <a:ext cx="2514421" cy="252705"/>
          </a:xfrm>
        </p:spPr>
        <p:txBody>
          <a:bodyPr anchor="b"/>
          <a:lstStyle>
            <a:lvl1pPr marL="0" indent="0">
              <a:buNone/>
              <a:defRPr sz="736" b="1"/>
            </a:lvl1pPr>
            <a:lvl2pPr marL="140223" indent="0">
              <a:buNone/>
              <a:defRPr sz="613" b="1"/>
            </a:lvl2pPr>
            <a:lvl3pPr marL="280446" indent="0">
              <a:buNone/>
              <a:defRPr sz="552" b="1"/>
            </a:lvl3pPr>
            <a:lvl4pPr marL="420670" indent="0">
              <a:buNone/>
              <a:defRPr sz="491" b="1"/>
            </a:lvl4pPr>
            <a:lvl5pPr marL="560893" indent="0">
              <a:buNone/>
              <a:defRPr sz="491" b="1"/>
            </a:lvl5pPr>
            <a:lvl6pPr marL="701116" indent="0">
              <a:buNone/>
              <a:defRPr sz="491" b="1"/>
            </a:lvl6pPr>
            <a:lvl7pPr marL="841339" indent="0">
              <a:buNone/>
              <a:defRPr sz="491" b="1"/>
            </a:lvl7pPr>
            <a:lvl8pPr marL="981563" indent="0">
              <a:buNone/>
              <a:defRPr sz="491" b="1"/>
            </a:lvl8pPr>
            <a:lvl9pPr marL="1121786" indent="0">
              <a:buNone/>
              <a:defRPr sz="4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768339"/>
            <a:ext cx="2514421" cy="1130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515634"/>
            <a:ext cx="2526804" cy="252705"/>
          </a:xfrm>
        </p:spPr>
        <p:txBody>
          <a:bodyPr anchor="b"/>
          <a:lstStyle>
            <a:lvl1pPr marL="0" indent="0">
              <a:buNone/>
              <a:defRPr sz="736" b="1"/>
            </a:lvl1pPr>
            <a:lvl2pPr marL="140223" indent="0">
              <a:buNone/>
              <a:defRPr sz="613" b="1"/>
            </a:lvl2pPr>
            <a:lvl3pPr marL="280446" indent="0">
              <a:buNone/>
              <a:defRPr sz="552" b="1"/>
            </a:lvl3pPr>
            <a:lvl4pPr marL="420670" indent="0">
              <a:buNone/>
              <a:defRPr sz="491" b="1"/>
            </a:lvl4pPr>
            <a:lvl5pPr marL="560893" indent="0">
              <a:buNone/>
              <a:defRPr sz="491" b="1"/>
            </a:lvl5pPr>
            <a:lvl6pPr marL="701116" indent="0">
              <a:buNone/>
              <a:defRPr sz="491" b="1"/>
            </a:lvl6pPr>
            <a:lvl7pPr marL="841339" indent="0">
              <a:buNone/>
              <a:defRPr sz="491" b="1"/>
            </a:lvl7pPr>
            <a:lvl8pPr marL="981563" indent="0">
              <a:buNone/>
              <a:defRPr sz="491" b="1"/>
            </a:lvl8pPr>
            <a:lvl9pPr marL="1121786" indent="0">
              <a:buNone/>
              <a:defRPr sz="4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768339"/>
            <a:ext cx="2526804" cy="1130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07938-397A-B54D-BF63-26629D0F8BA0}" type="datetimeFigureOut">
              <a:rPr lang="en-US" smtClean="0"/>
              <a:t>3/17/25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B6F86-E0A3-CD43-A071-BB32C544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5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07938-397A-B54D-BF63-26629D0F8BA0}" type="datetimeFigureOut">
              <a:rPr lang="en-US" smtClean="0"/>
              <a:t>3/17/25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B6F86-E0A3-CD43-A071-BB32C544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7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07938-397A-B54D-BF63-26629D0F8BA0}" type="datetimeFigureOut">
              <a:rPr lang="en-US" smtClean="0"/>
              <a:t>3/17/25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B6F86-E0A3-CD43-A071-BB32C544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20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40229"/>
            <a:ext cx="1916966" cy="490802"/>
          </a:xfrm>
        </p:spPr>
        <p:txBody>
          <a:bodyPr anchor="b"/>
          <a:lstStyle>
            <a:lvl1pPr>
              <a:defRPr sz="9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302856"/>
            <a:ext cx="3008948" cy="1494804"/>
          </a:xfrm>
        </p:spPr>
        <p:txBody>
          <a:bodyPr/>
          <a:lstStyle>
            <a:lvl1pPr>
              <a:defRPr sz="981"/>
            </a:lvl1pPr>
            <a:lvl2pPr>
              <a:defRPr sz="859"/>
            </a:lvl2pPr>
            <a:lvl3pPr>
              <a:defRPr sz="736"/>
            </a:lvl3pPr>
            <a:lvl4pPr>
              <a:defRPr sz="613"/>
            </a:lvl4pPr>
            <a:lvl5pPr>
              <a:defRPr sz="613"/>
            </a:lvl5pPr>
            <a:lvl6pPr>
              <a:defRPr sz="613"/>
            </a:lvl6pPr>
            <a:lvl7pPr>
              <a:defRPr sz="613"/>
            </a:lvl7pPr>
            <a:lvl8pPr>
              <a:defRPr sz="613"/>
            </a:lvl8pPr>
            <a:lvl9pPr>
              <a:defRPr sz="6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631031"/>
            <a:ext cx="1916966" cy="1169064"/>
          </a:xfrm>
        </p:spPr>
        <p:txBody>
          <a:bodyPr/>
          <a:lstStyle>
            <a:lvl1pPr marL="0" indent="0">
              <a:buNone/>
              <a:defRPr sz="491"/>
            </a:lvl1pPr>
            <a:lvl2pPr marL="140223" indent="0">
              <a:buNone/>
              <a:defRPr sz="429"/>
            </a:lvl2pPr>
            <a:lvl3pPr marL="280446" indent="0">
              <a:buNone/>
              <a:defRPr sz="368"/>
            </a:lvl3pPr>
            <a:lvl4pPr marL="420670" indent="0">
              <a:buNone/>
              <a:defRPr sz="307"/>
            </a:lvl4pPr>
            <a:lvl5pPr marL="560893" indent="0">
              <a:buNone/>
              <a:defRPr sz="307"/>
            </a:lvl5pPr>
            <a:lvl6pPr marL="701116" indent="0">
              <a:buNone/>
              <a:defRPr sz="307"/>
            </a:lvl6pPr>
            <a:lvl7pPr marL="841339" indent="0">
              <a:buNone/>
              <a:defRPr sz="307"/>
            </a:lvl7pPr>
            <a:lvl8pPr marL="981563" indent="0">
              <a:buNone/>
              <a:defRPr sz="307"/>
            </a:lvl8pPr>
            <a:lvl9pPr marL="1121786" indent="0">
              <a:buNone/>
              <a:defRPr sz="3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07938-397A-B54D-BF63-26629D0F8BA0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B6F86-E0A3-CD43-A071-BB32C544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40229"/>
            <a:ext cx="1916966" cy="490802"/>
          </a:xfrm>
        </p:spPr>
        <p:txBody>
          <a:bodyPr anchor="b"/>
          <a:lstStyle>
            <a:lvl1pPr>
              <a:defRPr sz="9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302856"/>
            <a:ext cx="3008948" cy="1494804"/>
          </a:xfrm>
        </p:spPr>
        <p:txBody>
          <a:bodyPr anchor="t"/>
          <a:lstStyle>
            <a:lvl1pPr marL="0" indent="0">
              <a:buNone/>
              <a:defRPr sz="981"/>
            </a:lvl1pPr>
            <a:lvl2pPr marL="140223" indent="0">
              <a:buNone/>
              <a:defRPr sz="859"/>
            </a:lvl2pPr>
            <a:lvl3pPr marL="280446" indent="0">
              <a:buNone/>
              <a:defRPr sz="736"/>
            </a:lvl3pPr>
            <a:lvl4pPr marL="420670" indent="0">
              <a:buNone/>
              <a:defRPr sz="613"/>
            </a:lvl4pPr>
            <a:lvl5pPr marL="560893" indent="0">
              <a:buNone/>
              <a:defRPr sz="613"/>
            </a:lvl5pPr>
            <a:lvl6pPr marL="701116" indent="0">
              <a:buNone/>
              <a:defRPr sz="613"/>
            </a:lvl6pPr>
            <a:lvl7pPr marL="841339" indent="0">
              <a:buNone/>
              <a:defRPr sz="613"/>
            </a:lvl7pPr>
            <a:lvl8pPr marL="981563" indent="0">
              <a:buNone/>
              <a:defRPr sz="613"/>
            </a:lvl8pPr>
            <a:lvl9pPr marL="1121786" indent="0">
              <a:buNone/>
              <a:defRPr sz="6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631031"/>
            <a:ext cx="1916966" cy="1169064"/>
          </a:xfrm>
        </p:spPr>
        <p:txBody>
          <a:bodyPr/>
          <a:lstStyle>
            <a:lvl1pPr marL="0" indent="0">
              <a:buNone/>
              <a:defRPr sz="491"/>
            </a:lvl1pPr>
            <a:lvl2pPr marL="140223" indent="0">
              <a:buNone/>
              <a:defRPr sz="429"/>
            </a:lvl2pPr>
            <a:lvl3pPr marL="280446" indent="0">
              <a:buNone/>
              <a:defRPr sz="368"/>
            </a:lvl3pPr>
            <a:lvl4pPr marL="420670" indent="0">
              <a:buNone/>
              <a:defRPr sz="307"/>
            </a:lvl4pPr>
            <a:lvl5pPr marL="560893" indent="0">
              <a:buNone/>
              <a:defRPr sz="307"/>
            </a:lvl5pPr>
            <a:lvl6pPr marL="701116" indent="0">
              <a:buNone/>
              <a:defRPr sz="307"/>
            </a:lvl6pPr>
            <a:lvl7pPr marL="841339" indent="0">
              <a:buNone/>
              <a:defRPr sz="307"/>
            </a:lvl7pPr>
            <a:lvl8pPr marL="981563" indent="0">
              <a:buNone/>
              <a:defRPr sz="307"/>
            </a:lvl8pPr>
            <a:lvl9pPr marL="1121786" indent="0">
              <a:buNone/>
              <a:defRPr sz="3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07938-397A-B54D-BF63-26629D0F8BA0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B6F86-E0A3-CD43-A071-BB32C544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62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07938-397A-B54D-BF63-26629D0F8BA0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B6F86-E0A3-CD43-A071-BB32C544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111989"/>
            <a:ext cx="1281589" cy="17825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111989"/>
            <a:ext cx="3770471" cy="17825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07938-397A-B54D-BF63-26629D0F8BA0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B6F86-E0A3-CD43-A071-BB32C544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68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111989"/>
            <a:ext cx="5126355" cy="406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559943"/>
            <a:ext cx="5126355" cy="1334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2" y="1949575"/>
            <a:ext cx="1337310" cy="111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07938-397A-B54D-BF63-26629D0F8BA0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1949575"/>
            <a:ext cx="2005965" cy="111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1949575"/>
            <a:ext cx="1337310" cy="111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DB6F86-E0A3-CD43-A071-BB32C544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77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0446" rtl="0" eaLnBrk="1" latinLnBrk="0" hangingPunct="1">
        <a:lnSpc>
          <a:spcPct val="90000"/>
        </a:lnSpc>
        <a:spcBef>
          <a:spcPct val="0"/>
        </a:spcBef>
        <a:buNone/>
        <a:defRPr sz="13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0112" indent="-70112" algn="l" defTabSz="280446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859" kern="1200">
          <a:solidFill>
            <a:schemeClr val="tx1"/>
          </a:solidFill>
          <a:latin typeface="+mn-lt"/>
          <a:ea typeface="+mn-ea"/>
          <a:cs typeface="+mn-cs"/>
        </a:defRPr>
      </a:lvl1pPr>
      <a:lvl2pPr marL="210335" indent="-70112" algn="l" defTabSz="280446" rtl="0" eaLnBrk="1" latinLnBrk="0" hangingPunct="1">
        <a:lnSpc>
          <a:spcPct val="90000"/>
        </a:lnSpc>
        <a:spcBef>
          <a:spcPts val="153"/>
        </a:spcBef>
        <a:buFont typeface="Arial" panose="020B0604020202020204" pitchFamily="34" charset="0"/>
        <a:buChar char="•"/>
        <a:defRPr sz="736" kern="1200">
          <a:solidFill>
            <a:schemeClr val="tx1"/>
          </a:solidFill>
          <a:latin typeface="+mn-lt"/>
          <a:ea typeface="+mn-ea"/>
          <a:cs typeface="+mn-cs"/>
        </a:defRPr>
      </a:lvl2pPr>
      <a:lvl3pPr marL="350558" indent="-70112" algn="l" defTabSz="280446" rtl="0" eaLnBrk="1" latinLnBrk="0" hangingPunct="1">
        <a:lnSpc>
          <a:spcPct val="90000"/>
        </a:lnSpc>
        <a:spcBef>
          <a:spcPts val="153"/>
        </a:spcBef>
        <a:buFont typeface="Arial" panose="020B0604020202020204" pitchFamily="34" charset="0"/>
        <a:buChar char="•"/>
        <a:defRPr sz="613" kern="1200">
          <a:solidFill>
            <a:schemeClr val="tx1"/>
          </a:solidFill>
          <a:latin typeface="+mn-lt"/>
          <a:ea typeface="+mn-ea"/>
          <a:cs typeface="+mn-cs"/>
        </a:defRPr>
      </a:lvl3pPr>
      <a:lvl4pPr marL="490781" indent="-70112" algn="l" defTabSz="280446" rtl="0" eaLnBrk="1" latinLnBrk="0" hangingPunct="1">
        <a:lnSpc>
          <a:spcPct val="90000"/>
        </a:lnSpc>
        <a:spcBef>
          <a:spcPts val="153"/>
        </a:spcBef>
        <a:buFont typeface="Arial" panose="020B0604020202020204" pitchFamily="34" charset="0"/>
        <a:buChar char="•"/>
        <a:defRPr sz="552" kern="1200">
          <a:solidFill>
            <a:schemeClr val="tx1"/>
          </a:solidFill>
          <a:latin typeface="+mn-lt"/>
          <a:ea typeface="+mn-ea"/>
          <a:cs typeface="+mn-cs"/>
        </a:defRPr>
      </a:lvl4pPr>
      <a:lvl5pPr marL="631005" indent="-70112" algn="l" defTabSz="280446" rtl="0" eaLnBrk="1" latinLnBrk="0" hangingPunct="1">
        <a:lnSpc>
          <a:spcPct val="90000"/>
        </a:lnSpc>
        <a:spcBef>
          <a:spcPts val="153"/>
        </a:spcBef>
        <a:buFont typeface="Arial" panose="020B0604020202020204" pitchFamily="34" charset="0"/>
        <a:buChar char="•"/>
        <a:defRPr sz="552" kern="1200">
          <a:solidFill>
            <a:schemeClr val="tx1"/>
          </a:solidFill>
          <a:latin typeface="+mn-lt"/>
          <a:ea typeface="+mn-ea"/>
          <a:cs typeface="+mn-cs"/>
        </a:defRPr>
      </a:lvl5pPr>
      <a:lvl6pPr marL="771228" indent="-70112" algn="l" defTabSz="280446" rtl="0" eaLnBrk="1" latinLnBrk="0" hangingPunct="1">
        <a:lnSpc>
          <a:spcPct val="90000"/>
        </a:lnSpc>
        <a:spcBef>
          <a:spcPts val="153"/>
        </a:spcBef>
        <a:buFont typeface="Arial" panose="020B0604020202020204" pitchFamily="34" charset="0"/>
        <a:buChar char="•"/>
        <a:defRPr sz="552" kern="1200">
          <a:solidFill>
            <a:schemeClr val="tx1"/>
          </a:solidFill>
          <a:latin typeface="+mn-lt"/>
          <a:ea typeface="+mn-ea"/>
          <a:cs typeface="+mn-cs"/>
        </a:defRPr>
      </a:lvl6pPr>
      <a:lvl7pPr marL="911451" indent="-70112" algn="l" defTabSz="280446" rtl="0" eaLnBrk="1" latinLnBrk="0" hangingPunct="1">
        <a:lnSpc>
          <a:spcPct val="90000"/>
        </a:lnSpc>
        <a:spcBef>
          <a:spcPts val="153"/>
        </a:spcBef>
        <a:buFont typeface="Arial" panose="020B0604020202020204" pitchFamily="34" charset="0"/>
        <a:buChar char="•"/>
        <a:defRPr sz="552" kern="1200">
          <a:solidFill>
            <a:schemeClr val="tx1"/>
          </a:solidFill>
          <a:latin typeface="+mn-lt"/>
          <a:ea typeface="+mn-ea"/>
          <a:cs typeface="+mn-cs"/>
        </a:defRPr>
      </a:lvl7pPr>
      <a:lvl8pPr marL="1051674" indent="-70112" algn="l" defTabSz="280446" rtl="0" eaLnBrk="1" latinLnBrk="0" hangingPunct="1">
        <a:lnSpc>
          <a:spcPct val="90000"/>
        </a:lnSpc>
        <a:spcBef>
          <a:spcPts val="153"/>
        </a:spcBef>
        <a:buFont typeface="Arial" panose="020B0604020202020204" pitchFamily="34" charset="0"/>
        <a:buChar char="•"/>
        <a:defRPr sz="552" kern="1200">
          <a:solidFill>
            <a:schemeClr val="tx1"/>
          </a:solidFill>
          <a:latin typeface="+mn-lt"/>
          <a:ea typeface="+mn-ea"/>
          <a:cs typeface="+mn-cs"/>
        </a:defRPr>
      </a:lvl8pPr>
      <a:lvl9pPr marL="1191898" indent="-70112" algn="l" defTabSz="280446" rtl="0" eaLnBrk="1" latinLnBrk="0" hangingPunct="1">
        <a:lnSpc>
          <a:spcPct val="90000"/>
        </a:lnSpc>
        <a:spcBef>
          <a:spcPts val="153"/>
        </a:spcBef>
        <a:buFont typeface="Arial" panose="020B0604020202020204" pitchFamily="34" charset="0"/>
        <a:buChar char="•"/>
        <a:defRPr sz="5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0446" rtl="0" eaLnBrk="1" latinLnBrk="0" hangingPunct="1">
        <a:defRPr sz="552" kern="1200">
          <a:solidFill>
            <a:schemeClr val="tx1"/>
          </a:solidFill>
          <a:latin typeface="+mn-lt"/>
          <a:ea typeface="+mn-ea"/>
          <a:cs typeface="+mn-cs"/>
        </a:defRPr>
      </a:lvl1pPr>
      <a:lvl2pPr marL="140223" algn="l" defTabSz="280446" rtl="0" eaLnBrk="1" latinLnBrk="0" hangingPunct="1">
        <a:defRPr sz="552" kern="1200">
          <a:solidFill>
            <a:schemeClr val="tx1"/>
          </a:solidFill>
          <a:latin typeface="+mn-lt"/>
          <a:ea typeface="+mn-ea"/>
          <a:cs typeface="+mn-cs"/>
        </a:defRPr>
      </a:lvl2pPr>
      <a:lvl3pPr marL="280446" algn="l" defTabSz="280446" rtl="0" eaLnBrk="1" latinLnBrk="0" hangingPunct="1">
        <a:defRPr sz="552" kern="1200">
          <a:solidFill>
            <a:schemeClr val="tx1"/>
          </a:solidFill>
          <a:latin typeface="+mn-lt"/>
          <a:ea typeface="+mn-ea"/>
          <a:cs typeface="+mn-cs"/>
        </a:defRPr>
      </a:lvl3pPr>
      <a:lvl4pPr marL="420670" algn="l" defTabSz="280446" rtl="0" eaLnBrk="1" latinLnBrk="0" hangingPunct="1">
        <a:defRPr sz="552" kern="1200">
          <a:solidFill>
            <a:schemeClr val="tx1"/>
          </a:solidFill>
          <a:latin typeface="+mn-lt"/>
          <a:ea typeface="+mn-ea"/>
          <a:cs typeface="+mn-cs"/>
        </a:defRPr>
      </a:lvl4pPr>
      <a:lvl5pPr marL="560893" algn="l" defTabSz="280446" rtl="0" eaLnBrk="1" latinLnBrk="0" hangingPunct="1">
        <a:defRPr sz="552" kern="1200">
          <a:solidFill>
            <a:schemeClr val="tx1"/>
          </a:solidFill>
          <a:latin typeface="+mn-lt"/>
          <a:ea typeface="+mn-ea"/>
          <a:cs typeface="+mn-cs"/>
        </a:defRPr>
      </a:lvl5pPr>
      <a:lvl6pPr marL="701116" algn="l" defTabSz="280446" rtl="0" eaLnBrk="1" latinLnBrk="0" hangingPunct="1">
        <a:defRPr sz="552" kern="1200">
          <a:solidFill>
            <a:schemeClr val="tx1"/>
          </a:solidFill>
          <a:latin typeface="+mn-lt"/>
          <a:ea typeface="+mn-ea"/>
          <a:cs typeface="+mn-cs"/>
        </a:defRPr>
      </a:lvl6pPr>
      <a:lvl7pPr marL="841339" algn="l" defTabSz="280446" rtl="0" eaLnBrk="1" latinLnBrk="0" hangingPunct="1">
        <a:defRPr sz="552" kern="1200">
          <a:solidFill>
            <a:schemeClr val="tx1"/>
          </a:solidFill>
          <a:latin typeface="+mn-lt"/>
          <a:ea typeface="+mn-ea"/>
          <a:cs typeface="+mn-cs"/>
        </a:defRPr>
      </a:lvl7pPr>
      <a:lvl8pPr marL="981563" algn="l" defTabSz="280446" rtl="0" eaLnBrk="1" latinLnBrk="0" hangingPunct="1">
        <a:defRPr sz="552" kern="1200">
          <a:solidFill>
            <a:schemeClr val="tx1"/>
          </a:solidFill>
          <a:latin typeface="+mn-lt"/>
          <a:ea typeface="+mn-ea"/>
          <a:cs typeface="+mn-cs"/>
        </a:defRPr>
      </a:lvl8pPr>
      <a:lvl9pPr marL="1121786" algn="l" defTabSz="280446" rtl="0" eaLnBrk="1" latinLnBrk="0" hangingPunct="1">
        <a:defRPr sz="5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F3D4431-7282-42A7-1E23-76769983E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190" y="126271"/>
            <a:ext cx="5943600" cy="2095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94A92A-4A6E-7BD6-C712-F56744F31900}"/>
              </a:ext>
            </a:extLst>
          </p:cNvPr>
          <p:cNvSpPr txBox="1"/>
          <p:nvPr/>
        </p:nvSpPr>
        <p:spPr>
          <a:xfrm>
            <a:off x="572755" y="39266"/>
            <a:ext cx="728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Heel-off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F031F-299D-0E98-03C4-9A1C35B9E4CD}"/>
              </a:ext>
            </a:extLst>
          </p:cNvPr>
          <p:cNvSpPr txBox="1"/>
          <p:nvPr/>
        </p:nvSpPr>
        <p:spPr>
          <a:xfrm>
            <a:off x="1285612" y="39265"/>
            <a:ext cx="643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Toe-off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2B9822-0058-6E6A-C016-A253386347EB}"/>
              </a:ext>
            </a:extLst>
          </p:cNvPr>
          <p:cNvSpPr txBox="1"/>
          <p:nvPr/>
        </p:nvSpPr>
        <p:spPr>
          <a:xfrm>
            <a:off x="2013696" y="39266"/>
            <a:ext cx="915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Heel-strike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8B45A0-B8B9-6790-1DEC-E6D31B070EFE}"/>
              </a:ext>
            </a:extLst>
          </p:cNvPr>
          <p:cNvSpPr txBox="1"/>
          <p:nvPr/>
        </p:nvSpPr>
        <p:spPr>
          <a:xfrm>
            <a:off x="1724001" y="1225628"/>
            <a:ext cx="579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Swing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7199C-9BD5-5AD5-24E9-56EE4A7129A5}"/>
              </a:ext>
            </a:extLst>
          </p:cNvPr>
          <p:cNvSpPr txBox="1"/>
          <p:nvPr/>
        </p:nvSpPr>
        <p:spPr>
          <a:xfrm>
            <a:off x="4580373" y="1225628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Nucleus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08793B-5B40-0F70-3921-7001EE27F387}"/>
              </a:ext>
            </a:extLst>
          </p:cNvPr>
          <p:cNvSpPr txBox="1"/>
          <p:nvPr/>
        </p:nvSpPr>
        <p:spPr>
          <a:xfrm>
            <a:off x="3649616" y="75770"/>
            <a:ext cx="866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Pre-stroke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6E00DB-7608-808E-C493-F51049A30950}"/>
              </a:ext>
            </a:extLst>
          </p:cNvPr>
          <p:cNvSpPr txBox="1"/>
          <p:nvPr/>
        </p:nvSpPr>
        <p:spPr>
          <a:xfrm>
            <a:off x="5083397" y="75769"/>
            <a:ext cx="939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Post-stroke</a:t>
            </a:r>
          </a:p>
        </p:txBody>
      </p:sp>
    </p:spTree>
    <p:extLst>
      <p:ext uri="{BB962C8B-B14F-4D97-AF65-F5344CB8AC3E}">
        <p14:creationId xmlns:p14="http://schemas.microsoft.com/office/powerpoint/2010/main" val="290747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7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 Srivastava</dc:creator>
  <cp:lastModifiedBy>Tanmay Srivastava</cp:lastModifiedBy>
  <cp:revision>3</cp:revision>
  <dcterms:created xsi:type="dcterms:W3CDTF">2025-03-17T19:40:04Z</dcterms:created>
  <dcterms:modified xsi:type="dcterms:W3CDTF">2025-03-17T20:04:36Z</dcterms:modified>
</cp:coreProperties>
</file>